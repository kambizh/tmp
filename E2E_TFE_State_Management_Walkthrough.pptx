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72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5B3FA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ENABLEMENT · G1296-3877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APIGW Automated Workflow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</a:t>
            </a:r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Enterprise</a:t>
            </a:r>
            <a:pPr indent="0" marL="0">
              <a:buNone/>
            </a:pPr>
            <a:r>
              <a:rPr lang="en-US" sz="22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walkthrough — how cluster provisioning runs, how it talks to TFE, and how state ties every stage together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Kambiz Ghods · Platform Enablement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C23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pipeline, end to 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C23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737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78040" y="1719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Git-based state store — the backbone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C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2278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 platform onboarding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prerequisites from the Platform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78040" y="32278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 Ansible roles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611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(low-level) vs Provisioning (orchestration)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54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47365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+ state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1206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TFE and state actually meet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C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754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178040" y="47365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Completion, reporting &amp; AAP wiring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51206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loop, the Job Template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APIGW Automated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WORKFLOW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502920"/>
            <a:ext cx="201168" cy="2011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57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502920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0" y="457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Enterprise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35424" y="123444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1234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 &amp; Input Schema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35424" y="201168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Checks &amp; Initialize State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1737360"/>
            <a:ext cx="0" cy="27432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35424" y="27889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2788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Provisioning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9904" y="2514600"/>
            <a:ext cx="0" cy="27432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35424" y="35661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4535424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Add / Remove State Diff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9904" y="3291840"/>
            <a:ext cx="0" cy="27432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43891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1C2340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Registry / Definition PR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Poll Chef Server / Automate)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4069080"/>
            <a:ext cx="-3849624" cy="3200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3891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1C2340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389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Inventory PR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(Wait for AAP Inventory Sync)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9904" y="4069080"/>
            <a:ext cx="-9144" cy="3200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3891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1C2340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389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PR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(Poll SPM Policy Propagation)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9904" y="4069080"/>
            <a:ext cx="3831336" cy="3200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98064" y="5212080"/>
            <a:ext cx="6583680" cy="50292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2798064" y="5212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Onboarding Complete → VM Validation → Certificate Issuance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40280" y="5074920"/>
            <a:ext cx="3849624" cy="13716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5074920"/>
            <a:ext cx="9144" cy="13716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21240" y="5074920"/>
            <a:ext cx="-3831336" cy="13716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= TFE-driven stages · Teal = State-management-driven stages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building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1C23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[Enablement] E2E APIGW Automated Workflow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G1296-3877 · In-Progress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BizOps steps in the APIGW New Build Deployment Summary — turning a manual, multi-team onboarding process into a single AAP Workflow Job Template.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Stover's team on Chef object integration; TFE Platform Team on Terraform Enterprise access.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</a:t>
            </a:r>
            <a:pPr indent="0" marL="0">
              <a:buNone/>
            </a:pPr>
            <a:r>
              <a:rPr lang="en-US" sz="1200" i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Automated Workflow Design Document (Confluence)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C234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work items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1945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6809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across all stories in this epic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657600"/>
            <a:ext cx="3566160" cy="182880"/>
          </a:xfrm>
          <a:prstGeom prst="rect">
            <a:avLst/>
          </a:prstGeom>
          <a:solidFill>
            <a:srgbClr val="2A3158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3657600"/>
            <a:ext cx="1034186" cy="182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41148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focus: the TFE provisioning stage and the state-management layer underneath it — the two most technically dense parts of the workflow.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APIGW Automated Workflow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PHASE 1 / WORKSTREAM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 &amp; Input Schema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top-level AAP Job Template — where an operator kicks off a cluster provisioning run.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C234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60320"/>
            <a:ext cx="36576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schema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name, environment/region, VM specs, Chef node definitions, and anything else the workflow needs.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C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560320"/>
            <a:ext cx="36576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are validated at the entrypoint before any downstream job runs — bad input never reaches TFE or Chef.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C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560320"/>
            <a:ext cx="36576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state write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validated, inputs are persisted to workflow state immediately — this is the very first record in the cluster's state file.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C2340"/>
          </a:solidFill>
          <a:ln/>
        </p:spPr>
      </p:sp>
      <p:sp>
        <p:nvSpPr>
          <p:cNvPr id="19" name="Shape 17"/>
          <p:cNvSpPr/>
          <p:nvPr/>
        </p:nvSpPr>
        <p:spPr>
          <a:xfrm>
            <a:off x="9281160" y="2560320"/>
            <a:ext cx="36576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surface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playbook + AAP survey vars collect operator input as the first node in the Job Template.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intent: state exists from the very first step, so every later stage can read/diff against 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STATE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git-based state 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G1296-3955 · In-Progress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cluster gets a state file in a dedicated git repo — the single source of truth every stage reads from and writes 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C23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state schema tracks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Cluster identifier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Provisioned VM hostnames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Workflow stage completion status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Per-stage output metadata (PR URLs, commit hashes)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state file/directory per unique cluster being provisioned.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the role must provide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292608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2834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writes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84848" y="3136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Committing unchanged state is a no-op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7033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3611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at commit level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84848" y="3913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partial writes on failure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48056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4389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pattern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84848" y="46908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the existing bitbucket_workflow 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525780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6784848" y="5166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downstream diffing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84848" y="5468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previous state supports imperative diff computation for Chef/Ansible/Secure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foundation everything else in today's walkthrough depends 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TFE PLATFORM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can talk to TFE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G1296-3959 · Defined · Phase 1 / Workstream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coordination story with the TFE Platform Team — the prerequisite that unblocks all TFE-related development.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789920" cy="896112"/>
          </a:xfrm>
          <a:prstGeom prst="roundRect">
            <a:avLst>
              <a:gd name="adj" fmla="val 6122"/>
            </a:avLst>
          </a:prstGeom>
          <a:solidFill>
            <a:srgbClr val="1C234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22576"/>
            <a:ext cx="82296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402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API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240280"/>
            <a:ext cx="7360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service account: create/stop runs, read workspaces, read state &amp; workspace outputs, get run statuses, plan/apply — scoped per Platform Team guidance.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0789920" cy="896112"/>
          </a:xfrm>
          <a:prstGeom prst="roundRect">
            <a:avLst>
              <a:gd name="adj" fmla="val 6122"/>
            </a:avLst>
          </a:prstGeom>
          <a:solidFill>
            <a:srgbClr val="1C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28416"/>
            <a:ext cx="82296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461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246120"/>
            <a:ext cx="7360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 Team members granted access to the relevant TFE org(s) for troubleshooting failed runs.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0789920" cy="896112"/>
          </a:xfrm>
          <a:prstGeom prst="roundRect">
            <a:avLst>
              <a:gd name="adj" fmla="val 6122"/>
            </a:avLst>
          </a:prstGeom>
          <a:solidFill>
            <a:srgbClr val="1C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34256"/>
            <a:ext cx="82296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519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4251960"/>
            <a:ext cx="7360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standardized pre-created workspaces, or an agreed standard for creating them via API. Barkha Bansal has done most of our TFE integration work — check with 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0789920" cy="896112"/>
          </a:xfrm>
          <a:prstGeom prst="roundRect">
            <a:avLst>
              <a:gd name="adj" fmla="val 6122"/>
            </a:avLst>
          </a:prstGeom>
          <a:solidFill>
            <a:srgbClr val="1C2340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40096"/>
            <a:ext cx="82296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2578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+ endpoints documented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5257800"/>
            <a:ext cx="7360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executors confirmed able to reach TFE API; base URL, org name(s), and naming conventions documented for the Ansible roles.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Unassigned — needs an owner before the TFE Ansible roles below can be finished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TFE ANSIBLE ROLES — LAYER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tfe_operations: the low-level role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G1296-3960 · Defined · Phase 1 / Workstream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exposes individual TFE REST API actions as distinct, callable operations — mirrors the pattern of </a:t>
            </a:r>
            <a:pPr indent="0" marL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bitbucket_operations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Could leverage HashiCorp's terraform-ansible-collection for some 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workspace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490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92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run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 run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496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state outputs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49840" y="2286000"/>
            <a:ext cx="1481328" cy="777240"/>
          </a:xfrm>
          <a:prstGeom prst="roundRect">
            <a:avLst>
              <a:gd name="adj" fmla="val 8235"/>
            </a:avLst>
          </a:prstGeom>
          <a:solidFill>
            <a:srgbClr val="5B3FA3"/>
          </a:solidFill>
          <a:ln/>
        </p:spPr>
      </p:sp>
      <p:sp>
        <p:nvSpPr>
          <p:cNvPr id="19" name="Text 17"/>
          <p:cNvSpPr/>
          <p:nvPr/>
        </p:nvSpPr>
        <p:spPr>
          <a:xfrm>
            <a:off x="10149840" y="2286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workspace outputs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1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387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38679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Python module for testability, with role tasks providing the Ansible interface.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342900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1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5387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38679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TFE API authentication via a token variable injected at runtime by AAP.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1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7731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510235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paginated responses where applicable — e.g. state outputs.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46634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1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7731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&amp; facts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9360" y="510235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comprehensive failure messages (HTTP status, error body); successful outputs exposed publicly as Ansible facts.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of 2 — the API surface. Next: the orchestration layer built on top of it.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TFE ANSIBLE ROLES — LAYER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tfe_workflow: the orchestration role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G1296-3961 · Defined · Phase 1 / Workstream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full lifecycle of a standard TFE run, coordinating multiple </a:t>
            </a:r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tfe_operations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calls into one opinionated flow — mirrors </a:t>
            </a:r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bitbucket_workflow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workspace metadata (confirm exists / create if required)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0" cy="201168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07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825496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run, triggering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264408"/>
            <a:ext cx="0" cy="201168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655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48386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run status through the plan phase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922776"/>
            <a:ext cx="0" cy="201168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23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142232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 auto-apply: confirm the run to proceed to apply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581144"/>
            <a:ext cx="0" cy="201168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82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80060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run status through the apply phase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239512"/>
            <a:ext cx="0" cy="201168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40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545896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state / workspace outputs after successful apply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21488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run states correctly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2697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with a descriptive error if a run enters error / canceled / discarded at any point.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37490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C2340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outputs &amp; metadata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4297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ID, plan status, apply status, and extracted outputs registered as Ansible facts/vars for the calling playbook.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20840" y="53492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5B3FA3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5349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plan-review hook: lets an operator review infra changes before apply on subsequent runs.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role is TFE-only — it doesn't know about state files. That's the next slide.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WHERE TFE MEETS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provisioning playbook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G1296-3962 · Defined · Phase 2 / Workstream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AAP-facing node in the Job Template that ties tfe_workflow to state management — this is the glue.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7" name="Shape 5"/>
          <p:cNvSpPr/>
          <p:nvPr/>
        </p:nvSpPr>
        <p:spPr>
          <a:xfrm>
            <a:off x="1094667" y="23317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094667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workflow state to get the Terraform workspace name &amp; workspace-specific vars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16183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2210" y="23317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266221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07623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53343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state for prior completion — skips execution if already done (idempotent re-run)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83726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9753" y="2331720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229753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75166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20886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Invokes tfe_workflow to execute the provisioning run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1269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22" name="Shape 20"/>
          <p:cNvSpPr/>
          <p:nvPr/>
        </p:nvSpPr>
        <p:spPr>
          <a:xfrm>
            <a:off x="5797296" y="2331720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797296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2709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88429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successful apply, extracts outputs: hostnames, IPs, subnet details, run metadata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8811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4839" y="23317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7364839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0251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55971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extracted outputs back to the workflow state file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86354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2382" y="23317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8932382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77794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23514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the add/remove host diff against previous_hosts and writes it to state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953897" y="2148840"/>
            <a:ext cx="1384663" cy="2286000"/>
          </a:xfrm>
          <a:prstGeom prst="roundRect">
            <a:avLst>
              <a:gd name="adj" fmla="val 4623"/>
            </a:avLst>
          </a:prstGeom>
          <a:solidFill>
            <a:srgbClr val="1C234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99925" y="23317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8" name="Text 36"/>
          <p:cNvSpPr/>
          <p:nvPr/>
        </p:nvSpPr>
        <p:spPr>
          <a:xfrm>
            <a:off x="10499925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45337" y="2743200"/>
            <a:ext cx="12017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91057" y="3063240"/>
            <a:ext cx="11103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stage status in state (completed / in_progress)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70916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5B3FA3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70916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handles: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TFE run is already in progress for the workspace/cluster (e.g. from a prior failed workflow run), the playbook detects the active run and polls it to completion instead of creating a duplicate. Molecule tests use mocked TFE responses to test the whole flow.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MANAGEMENT, CONT.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remove state diff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G1296-3956 · In-Progress · Phase 1 / Workstream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is declarative. Chef, Ansible, and Secure Access are imperative. This capability is the translator between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5B3FA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Terraform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2A315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stored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971800"/>
            <a:ext cx="914400" cy="5486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4434840"/>
            <a:ext cx="914400" cy="-5486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31089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1089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0" y="3429000"/>
            <a:ext cx="731520" cy="-5486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4069080"/>
            <a:ext cx="731520" cy="548640"/>
          </a:xfrm>
          <a:prstGeom prst="line">
            <a:avLst/>
          </a:prstGeom>
          <a:noFill/>
          <a:ln w="19050">
            <a:solidFill>
              <a:srgbClr val="3A40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23774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377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in TF, absent from stored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8404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1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3840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from TF, present in stored state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first-run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add, nothing to remove)  ·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re-run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(both lists empty)  ·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TF state vs. workspace outputs as the diff input — Paul Zerkel flagged workspace outputs as a more stable, formal contract.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as a reusable Ansible module or filter plugin — general enough for future non-host diffs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Completion, reporting &amp; the Job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1C23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State &amp;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G1296-3964 · Defined · Phase 2 / Workstream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47802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317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state with final hostnames, completion timestamp, and success status — the known-good baseline for future diffs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0098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546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 human-readable report: cluster, environment, provisioned VMs, Chef environment/nodes, inventory groups, Secure Access policy, cert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12394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776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which stages were manually approved vs. automatically verified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94690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8006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surfaced in AAP job output and linked from the state repo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1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Workflow Job Template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G1296-3963 · Defined · Phase 2 / Workstream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247802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3317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entire workflow as one AAP Job Template — every stage we've covered today, connected in the correct order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30098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1546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stages (Chef / Ansible Inventory / Secure Access) configured to run concurrently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412394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9776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Manual-approval steps stand in as placeholders wherever automated polling isn't built yet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494690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8006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Re-running the workflow resumes from state — never duplicates already-completed idempotent stages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wrapper that makes everything else in the workflow one testable, re-runnable 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 &amp;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0"/>
          </a:xfrm>
          <a:prstGeom prst="line">
            <a:avLst/>
          </a:prstGeom>
          <a:noFill/>
          <a:ln w="12700">
            <a:solidFill>
              <a:srgbClr val="2A31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 &amp; Input Schema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4414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41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In-Progress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0" y="2441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Waldron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8712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Add/Remove State Diff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8712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In-Progress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28712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Waldron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3009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G1296-3959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3009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 Platform Onboarding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3009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0" y="3300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7307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7307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 Operations Role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730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37307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4160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TFE Provisioning Role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4160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4160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5902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 Playbook + State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45902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0" y="4590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020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50200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Workflow Definition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5020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5020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449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G1296-3964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011680" y="54498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State &amp; Report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544982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78240" y="54498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6016752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C2340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601675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ask: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TFE-related stories (onboarding, both Ansible roles, the playbook) are Defined but unowned — they're the critical path for anything TFE-related and need assignees this sprint.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2026-07-10T10:40:25Z</dcterms:created>
  <dcterms:modified xsi:type="dcterms:W3CDTF">2026-07-10T10:40:25Z</dcterms:modified>
</cp:coreProperties>
</file>